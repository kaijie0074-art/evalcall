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b7c46efc5740a8" /><Relationship Type="http://schemas.openxmlformats.org/officeDocument/2006/relationships/extended-properties" Target="/docProps/app.xml" Id="R2f684fa811f04a5f" /><Relationship Type="http://schemas.openxmlformats.org/officeDocument/2006/relationships/officeDocument" Target="/ppt/presentation.xml" Id="R2befe45fa57a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654d0ea5c14fe8"/>
  </p:sldMasterIdLst>
  <p:notesMasterIdLst>
    <p:notesMasterId xmlns:r="http://schemas.openxmlformats.org/officeDocument/2006/relationships" r:id="R6a32f09ed25a4204"/>
  </p:notesMasterIdLst>
  <p:sldIdLst>
    <p:sldId xmlns:r="http://schemas.openxmlformats.org/officeDocument/2006/relationships" id="256" r:id="R2e801512078b40d8"/>
    <p:sldId xmlns:r="http://schemas.openxmlformats.org/officeDocument/2006/relationships" id="257" r:id="Rb7128b94b0814a02"/>
    <p:sldId xmlns:r="http://schemas.openxmlformats.org/officeDocument/2006/relationships" id="258" r:id="R6e4fb2b0f85a42a0"/>
    <p:sldId xmlns:r="http://schemas.openxmlformats.org/officeDocument/2006/relationships" id="259" r:id="R4f87a1dbc6824c3a"/>
    <p:sldId xmlns:r="http://schemas.openxmlformats.org/officeDocument/2006/relationships" id="260" r:id="R9f9cf0ba81564a88"/>
    <p:sldId xmlns:r="http://schemas.openxmlformats.org/officeDocument/2006/relationships" id="261" r:id="Rb423c064ca014d01"/>
    <p:sldId xmlns:r="http://schemas.openxmlformats.org/officeDocument/2006/relationships" id="262" r:id="R77c160a01b8241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936afd4964ca9" /><Relationship Type="http://schemas.openxmlformats.org/officeDocument/2006/relationships/slideMaster" Target="/ppt/slideMasters/slideMaster1.xml" Id="R2e654d0ea5c14fe8" /><Relationship Type="http://schemas.openxmlformats.org/officeDocument/2006/relationships/notesMaster" Target="/ppt/notesMasters/notesMaster1.xml" Id="R6a32f09ed25a4204" /><Relationship Type="http://schemas.openxmlformats.org/officeDocument/2006/relationships/presProps" Target="/ppt/presProps.xml" Id="R51847a61cbad4dff" /><Relationship Type="http://schemas.openxmlformats.org/officeDocument/2006/relationships/tableStyles" Target="/ppt/tableStyles.xml" Id="R22794ff311794a00" /><Relationship Type="http://schemas.openxmlformats.org/officeDocument/2006/relationships/slide" Target="/ppt/slides/slide1.xml" Id="R2e801512078b40d8" /><Relationship Type="http://schemas.openxmlformats.org/officeDocument/2006/relationships/slide" Target="/ppt/slides/slide2.xml" Id="Rb7128b94b0814a02" /><Relationship Type="http://schemas.openxmlformats.org/officeDocument/2006/relationships/slide" Target="/ppt/slides/slide3.xml" Id="R6e4fb2b0f85a42a0" /><Relationship Type="http://schemas.openxmlformats.org/officeDocument/2006/relationships/slide" Target="/ppt/slides/slide4.xml" Id="R4f87a1dbc6824c3a" /><Relationship Type="http://schemas.openxmlformats.org/officeDocument/2006/relationships/slide" Target="/ppt/slides/slide5.xml" Id="R9f9cf0ba81564a88" /><Relationship Type="http://schemas.openxmlformats.org/officeDocument/2006/relationships/slide" Target="/ppt/slides/slide6.xml" Id="Rb423c064ca014d01" /><Relationship Type="http://schemas.openxmlformats.org/officeDocument/2006/relationships/slide" Target="/ppt/slides/slide7.xml" Id="R77c160a01b82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3fee8602d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2a09dc71e41aa" /><Relationship Type="http://schemas.openxmlformats.org/officeDocument/2006/relationships/notesMaster" Target="/ppt/notesMasters/notesMaster1.xml" Id="R97d3258ddc1443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e6ab006e14d05" /><Relationship Type="http://schemas.openxmlformats.org/officeDocument/2006/relationships/notesMaster" Target="/ppt/notesMasters/notesMaster1.xml" Id="Rd4fe2ae681e943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c7cb02563487e" /><Relationship Type="http://schemas.openxmlformats.org/officeDocument/2006/relationships/notesMaster" Target="/ppt/notesMasters/notesMaster1.xml" Id="Rde87803ceb9d46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92f24bb804428c" /><Relationship Type="http://schemas.openxmlformats.org/officeDocument/2006/relationships/notesMaster" Target="/ppt/notesMasters/notesMaster1.xml" Id="Rad2e63e3bc28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2a6c23cce4c97" /><Relationship Type="http://schemas.openxmlformats.org/officeDocument/2006/relationships/notesMaster" Target="/ppt/notesMasters/notesMaster1.xml" Id="R9189a59ceafe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06a5292434ae9" /><Relationship Type="http://schemas.openxmlformats.org/officeDocument/2006/relationships/notesMaster" Target="/ppt/notesMasters/notesMaster1.xml" Id="R622d027c28b146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7dcc037554c5b" /><Relationship Type="http://schemas.openxmlformats.org/officeDocument/2006/relationships/notesMaster" Target="/ppt/notesMasters/notesMaster1.xml" Id="Ra01ab0b99161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9d15b1a934f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f02705b89b4166" /><Relationship Type="http://schemas.openxmlformats.org/officeDocument/2006/relationships/slideLayout" Target="/ppt/slideLayouts/slideLayout1.xml" Id="Re8c870d78f6b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870d78f6b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5ff689c724231" /><Relationship Type="http://schemas.openxmlformats.org/officeDocument/2006/relationships/notesSlide" Target="/ppt/notesSlides/notesSlide1.xml" Id="Rf5cd63a02bdc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655b54884d15" /><Relationship Type="http://schemas.openxmlformats.org/officeDocument/2006/relationships/image" Target="/ppt/media/image.png" Id="Rdac955b7b6774d8c" /><Relationship Type="http://schemas.openxmlformats.org/officeDocument/2006/relationships/notesSlide" Target="/ppt/notesSlides/notesSlide2.xml" Id="R8953075049be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cd36958e84f8c" /><Relationship Type="http://schemas.openxmlformats.org/officeDocument/2006/relationships/image" Target="/ppt/media/image2.png" Id="Ra1816a44713244d3" /><Relationship Type="http://schemas.openxmlformats.org/officeDocument/2006/relationships/notesSlide" Target="/ppt/notesSlides/notesSlide3.xml" Id="R8f5b0400142749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ddeaada1d41f7" /><Relationship Type="http://schemas.openxmlformats.org/officeDocument/2006/relationships/image" Target="/ppt/media/image3.png" Id="Rc59bba89b09343b1" /><Relationship Type="http://schemas.openxmlformats.org/officeDocument/2006/relationships/notesSlide" Target="/ppt/notesSlides/notesSlide4.xml" Id="R6b8274c4a1bb44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68551ebfc4724" /><Relationship Type="http://schemas.openxmlformats.org/officeDocument/2006/relationships/image" Target="/ppt/media/image4.png" Id="Rb83908b5a00c4d8a" /><Relationship Type="http://schemas.openxmlformats.org/officeDocument/2006/relationships/notesSlide" Target="/ppt/notesSlides/notesSlide5.xml" Id="R7f29a000c61e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d840a23ee4c45" /><Relationship Type="http://schemas.openxmlformats.org/officeDocument/2006/relationships/image" Target="/ppt/media/image5.png" Id="Red5891b64d3e4da1" /><Relationship Type="http://schemas.openxmlformats.org/officeDocument/2006/relationships/notesSlide" Target="/ppt/notesSlides/notesSlide6.xml" Id="R11a986f5ee8640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c5bd61ab84c5d" /><Relationship Type="http://schemas.openxmlformats.org/officeDocument/2006/relationships/image" Target="/ppt/media/image4.png" Id="Re7412132da024032" /><Relationship Type="http://schemas.openxmlformats.org/officeDocument/2006/relationships/notesSlide" Target="/ppt/notesSlides/notesSlide7.xml" Id="Ra8cc169ed3f8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真实主演示：10 通 × 21 项 = 210 次逐项判定｜裁判校准：指定黄金集 153/165；P0 11/11（不外推线上）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冻结测试任务｜不先锁输入，任何模型对比都是伪命题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同一次评测，只有一个版本事实源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为什么：模拟测试与已有日志是双入口，但最终都生成同一种任务包。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测试入口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固定用户输入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类版本指纹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cli.py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manifest["transcript_source_hash"] = sha256(transcripts)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target = {"backend": backend, "model": version}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解决：结果可复现，版本比较不再偷换样本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设计：任务、用户输入、SOP、Checklist、模型全部可追溯；后续六步沿用同一批次。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955b7b6774d8c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编译评分标准｜把自然语言 SOP 变成可执行合同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自然语言不能直接拿来做上线门禁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为什么：必须拆成原子检查项，并保留原文、层级与严重度。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原子检查项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L1 业务规则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raw = llm.chat_json(messages, schema_hint=SCHEMA)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cp = _coerce_checkpoint(raw, source_body)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精妙：生成能力与可审计性解耦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设计：LLM 负责理解，确定性代码负责结构约束、枚举归一和来源校验。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16a44713244d3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测试外呼模型｜不是等日志，而是主动寻找脆弱分支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用户模拟器是测试工具，不是装饰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为什么：Persona、对抗目标与固定 seed 让边界分支可控、可复现。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 Persona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正式测试通话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91%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检查点覆盖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sim = UserSimulator(persona, targets, seed)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run_batch(..., adversarial=True, base_seed=20260713)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输出：对话、覆盖率、未触达检查点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设计：模拟测试与已有日志质检共用同一 Checklist、Judge 和报告链。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bba89b09343b1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模型评测报告｜平均分不能替代上线门禁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 4 步就是核心交付终点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为什么：P0、履约、关键流程与逐项证据共同决定能否上线。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3/10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通话被打回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业务履约率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"打回" if critical_failed else score_gate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evidence → checkpoint → source_quote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价值：把抽象分数转成可执行发布决策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设计：一页同时给门禁、失败证据、覆盖盲区、复核队列和可下载报告。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908b5a00c4d8a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分析失败原因｜低分之后，先判断到底该改谁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低分，不等于外呼模型差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为什么：把模型、SOP、裁判、测试数据四类混杂信号同时纳入。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模型根因得分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对照得分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主演示裁判分歧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score = block + fulfillment_gap + P0 + key_fail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if strong_instruction: downgrade(target_model)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精妙：确定性多信号归因，拒绝单一失败率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配送样例首要根因=模型；招聘样例首要根因=SOP，证明系统不会把所有低分都甩给模型。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891b64d3e4da1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优化与回归｜只改模型策略，保持评分尺不动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→ 可上线，证据链闭环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为什么：同一批用户输入正常重放；SOP 与 Checklist hash 完全一致。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3→0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40→40%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62.5→91.4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平均分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AUDIT · fixed-user regression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USER 72af813c3169… · unchanged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SOP 69a1b9a7a2… · CHECK e4aab7c172…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JUDGE edecdd05c1… · judgments_modified=false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原生 diff：6 项改善、1 项 style 退化待复测；商业落点是机器批量判定 + 异常复核，并可嵌入发布 CI/CD。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12132da024032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2026-07-14T12:11:51.0420000Z</dcterms:created>
  <dcterms:modified xsi:type="dcterms:W3CDTF">2026-07-14T12:11:51.0420000Z</dcterms:modified>
</coreProperties>
</file>