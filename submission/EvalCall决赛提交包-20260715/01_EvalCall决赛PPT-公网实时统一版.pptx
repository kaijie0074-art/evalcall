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6701458d7a4060" /><Relationship Type="http://schemas.openxmlformats.org/officeDocument/2006/relationships/extended-properties" Target="/docProps/app.xml" Id="R633276d3e9d04ad8" /><Relationship Type="http://schemas.openxmlformats.org/officeDocument/2006/relationships/officeDocument" Target="/ppt/presentation.xml" Id="Rb027fcf9971b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7ab842317e4522"/>
  </p:sldMasterIdLst>
  <p:notesMasterIdLst>
    <p:notesMasterId xmlns:r="http://schemas.openxmlformats.org/officeDocument/2006/relationships" r:id="R0b0ea3244eef4238"/>
  </p:notesMasterIdLst>
  <p:sldIdLst>
    <p:sldId xmlns:r="http://schemas.openxmlformats.org/officeDocument/2006/relationships" id="256" r:id="R9999dec0595647ce"/>
    <p:sldId xmlns:r="http://schemas.openxmlformats.org/officeDocument/2006/relationships" id="257" r:id="R8a12faeef78c42f5"/>
    <p:sldId xmlns:r="http://schemas.openxmlformats.org/officeDocument/2006/relationships" id="258" r:id="Ra1ffc4043e504ea6"/>
    <p:sldId xmlns:r="http://schemas.openxmlformats.org/officeDocument/2006/relationships" id="259" r:id="R1df5de4412254441"/>
    <p:sldId xmlns:r="http://schemas.openxmlformats.org/officeDocument/2006/relationships" id="260" r:id="R2a5135cdcfaa4eec"/>
    <p:sldId xmlns:r="http://schemas.openxmlformats.org/officeDocument/2006/relationships" id="261" r:id="R3f7114734e534fb8"/>
    <p:sldId xmlns:r="http://schemas.openxmlformats.org/officeDocument/2006/relationships" id="262" r:id="R71d07a501dda4d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abc96f04e4b4e" /><Relationship Type="http://schemas.openxmlformats.org/officeDocument/2006/relationships/slideMaster" Target="/ppt/slideMasters/slideMaster1.xml" Id="R507ab842317e4522" /><Relationship Type="http://schemas.openxmlformats.org/officeDocument/2006/relationships/notesMaster" Target="/ppt/notesMasters/notesMaster1.xml" Id="R0b0ea3244eef4238" /><Relationship Type="http://schemas.openxmlformats.org/officeDocument/2006/relationships/presProps" Target="/ppt/presProps.xml" Id="R5fa01cab1e7842e9" /><Relationship Type="http://schemas.openxmlformats.org/officeDocument/2006/relationships/tableStyles" Target="/ppt/tableStyles.xml" Id="Rb1f8bd58c6964543" /><Relationship Type="http://schemas.openxmlformats.org/officeDocument/2006/relationships/slide" Target="/ppt/slides/slide1.xml" Id="R9999dec0595647ce" /><Relationship Type="http://schemas.openxmlformats.org/officeDocument/2006/relationships/slide" Target="/ppt/slides/slide2.xml" Id="R8a12faeef78c42f5" /><Relationship Type="http://schemas.openxmlformats.org/officeDocument/2006/relationships/slide" Target="/ppt/slides/slide3.xml" Id="Ra1ffc4043e504ea6" /><Relationship Type="http://schemas.openxmlformats.org/officeDocument/2006/relationships/slide" Target="/ppt/slides/slide4.xml" Id="R1df5de4412254441" /><Relationship Type="http://schemas.openxmlformats.org/officeDocument/2006/relationships/slide" Target="/ppt/slides/slide5.xml" Id="R2a5135cdcfaa4eec" /><Relationship Type="http://schemas.openxmlformats.org/officeDocument/2006/relationships/slide" Target="/ppt/slides/slide6.xml" Id="R3f7114734e534fb8" /><Relationship Type="http://schemas.openxmlformats.org/officeDocument/2006/relationships/slide" Target="/ppt/slides/slide7.xml" Id="R71d07a501dda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5539b5f1ef41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ddb757d7d0441e" /><Relationship Type="http://schemas.openxmlformats.org/officeDocument/2006/relationships/notesMaster" Target="/ppt/notesMasters/notesMaster1.xml" Id="Rb44c1415ba4344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df314f2cca4b5e" /><Relationship Type="http://schemas.openxmlformats.org/officeDocument/2006/relationships/notesMaster" Target="/ppt/notesMasters/notesMaster1.xml" Id="Rd974d4066caf4d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d390c71edc4517" /><Relationship Type="http://schemas.openxmlformats.org/officeDocument/2006/relationships/notesMaster" Target="/ppt/notesMasters/notesMaster1.xml" Id="R85bd2554420d40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a5ec9505ff4290" /><Relationship Type="http://schemas.openxmlformats.org/officeDocument/2006/relationships/notesMaster" Target="/ppt/notesMasters/notesMaster1.xml" Id="R62f5d540fbc14d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50d13b89254729" /><Relationship Type="http://schemas.openxmlformats.org/officeDocument/2006/relationships/notesMaster" Target="/ppt/notesMasters/notesMaster1.xml" Id="R302004b92e284b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148e7a69824ff1" /><Relationship Type="http://schemas.openxmlformats.org/officeDocument/2006/relationships/notesMaster" Target="/ppt/notesMasters/notesMaster1.xml" Id="R6362d5bf6e7447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ca150f7e74bc3" /><Relationship Type="http://schemas.openxmlformats.org/officeDocument/2006/relationships/notesMaster" Target="/ppt/notesMasters/notesMaster1.xml" Id="Rf6717b3361de45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开场先说结论：EvalCall 不是 SOP 检查器，而是外呼模型上线前的指令遵循评测系统。</a:t>
            </a:r>
          </a:p>
          <a:p xmlns:a="http://schemas.openxmlformats.org/drawingml/2006/main">
            <a:r>
              <a:t>本页只建立六步全景，不点击按钮。现场只做两次窗口切换：PPT→Demo→PPT。</a:t>
            </a:r>
          </a:p>
          <a:p xmlns:a="http://schemas.openxmlformats.org/drawingml/2006/main">
            <a:r>
              <a:t>黄色按钮打开固定公网比赛入口；实时服务未连接时，入口页会明确提示并提供已验证结果，不伪装实时推理。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01：先冻结 SOP、模型版本、测试数量和输入哈希，否则任何模型对比都不可复现。</a:t>
            </a:r>
          </a:p>
          <a:p xmlns:a="http://schemas.openxmlformats.org/drawingml/2006/main">
            <a:r>
              <a:t>只讲设计逻辑和两类入口：模拟测试 / 已有日志质检。暂不切 Demo。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02：把自然语言 SOP 编译成 L0 通用安全规则 + L1 业务规则，让评分依据可执行、可追溯。</a:t>
            </a:r>
          </a:p>
          <a:p xmlns:a="http://schemas.openxmlformats.org/drawingml/2006/main">
            <a:r>
              <a:t>强调每条检查点都保留原文来源和版本，不把模型失败误判成 SOP 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03：用户模拟器不是装饰，而是主动制造高压分支；外呼模型真实响应，Judge 逐项判定。</a:t>
            </a:r>
          </a:p>
          <a:p xmlns:a="http://schemas.openxmlformats.org/drawingml/2006/main">
            <a:r>
              <a:t>说完后点击右上角“在线跑六步”，进入固定比赛入口；点击实时 Demo，先跑 20 秒现场探针证明真实计算，再切“完整结果（已验证）”展示正式 10 通批次。</a:t>
            </a:r>
          </a:p>
          <a:p xmlns:a="http://schemas.openxmlformats.org/drawingml/2006/main">
            <a:r>
              <a:t>Demo 跑到第 6 步后切回 PPT 第 5 页。若实时通道未连接，立即使用入口页的已验证结果，不在现场排障。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 PPT 后讲 04：这是核心交付终点。只指门禁、履约率、P0、覆盖率和关键失败证据。</a:t>
            </a:r>
          </a:p>
          <a:p xmlns:a="http://schemas.openxmlformats.org/drawingml/2006/main">
            <a:r>
              <a:t>明确边界：刚才的一通是现场探针；本页数字来自同一版本、同一 Checklist 下已审计的完整批次。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05：失败后先判断责任对象——模型、SOP、Judge 或测试数据。</a:t>
            </a:r>
          </a:p>
          <a:p xmlns:a="http://schemas.openxmlformats.org/drawingml/2006/main">
            <a:r>
              <a:t>使用配送时间改约的 target_model 案例与真实招聘的 instruction 案例形成对照，证明系统不会把所有问题推给模型。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06：根因不同，修复动作不同；模型问题保持 SOP 和 Checklist 哈希不变，返回第 3 步同尺回归。</a:t>
            </a:r>
          </a:p>
          <a:p xmlns:a="http://schemas.openxmlformats.org/drawingml/2006/main">
            <a:r>
              <a:t>收尾句：EvalCall 交付的不是另一张模型排行榜，而是一套可测试、可归责、可回归的上线质量基础设施。</a:t>
            </a:r>
          </a:p>
          <a:p xmlns:a="http://schemas.openxmlformats.org/drawingml/2006/main">
            <a:r>
              <a:t>问答时可随时点击右上角按钮回到真实证据。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a82321ded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bdae26d1d4daf" /><Relationship Type="http://schemas.openxmlformats.org/officeDocument/2006/relationships/slideLayout" Target="/ppt/slideLayouts/slideLayout1.xml" Id="R4cf409b8275b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f409b8275b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b83cf01ad4190" /><Relationship Type="http://schemas.openxmlformats.org/officeDocument/2006/relationships/hyperlink" Target="https://kaijie0074-art.github.io/evalcall/live.html?access=evalcall-final-20260716-4c9a7e2d8f1b6a03c5d7e9f2b4a6810d" TargetMode="External" Id="R4acec86c25964e0f" /><Relationship Type="http://schemas.openxmlformats.org/officeDocument/2006/relationships/hyperlink" Target="https://kaijie0074-art.github.io/evalcall/app.html" TargetMode="External" Id="R2c90ae623fd54077" /><Relationship Type="http://schemas.openxmlformats.org/officeDocument/2006/relationships/notesSlide" Target="/ppt/notesSlides/notesSlide1.xml" Id="R162ec4b3c05747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f7fba6c314f89" /><Relationship Type="http://schemas.openxmlformats.org/officeDocument/2006/relationships/image" Target="/ppt/media/image.png" Id="Rc9023be274be4db7" /><Relationship Type="http://schemas.openxmlformats.org/officeDocument/2006/relationships/hyperlink" Target="https://kaijie0074-art.github.io/evalcall/live.html?access=evalcall-final-20260716-4c9a7e2d8f1b6a03c5d7e9f2b4a6810d" TargetMode="External" Id="Ra34f9cebd2ea4585" /><Relationship Type="http://schemas.openxmlformats.org/officeDocument/2006/relationships/hyperlink" Target="https://kaijie0074-art.github.io/evalcall/app.html" TargetMode="External" Id="R8d3325445d5d470d" /><Relationship Type="http://schemas.openxmlformats.org/officeDocument/2006/relationships/notesSlide" Target="/ppt/notesSlides/notesSlide2.xml" Id="Re12d49d0402041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a455908434772" /><Relationship Type="http://schemas.openxmlformats.org/officeDocument/2006/relationships/image" Target="/ppt/media/image2.png" Id="R856217992a3b4505" /><Relationship Type="http://schemas.openxmlformats.org/officeDocument/2006/relationships/hyperlink" Target="https://kaijie0074-art.github.io/evalcall/live.html?access=evalcall-final-20260716-4c9a7e2d8f1b6a03c5d7e9f2b4a6810d" TargetMode="External" Id="R928109977a7f48a9" /><Relationship Type="http://schemas.openxmlformats.org/officeDocument/2006/relationships/hyperlink" Target="https://kaijie0074-art.github.io/evalcall/app.html" TargetMode="External" Id="Rb9e832dc09214a24" /><Relationship Type="http://schemas.openxmlformats.org/officeDocument/2006/relationships/notesSlide" Target="/ppt/notesSlides/notesSlide3.xml" Id="R62104d58de0546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138a47b294288" /><Relationship Type="http://schemas.openxmlformats.org/officeDocument/2006/relationships/image" Target="/ppt/media/image3.png" Id="R5eda219c28b94713" /><Relationship Type="http://schemas.openxmlformats.org/officeDocument/2006/relationships/hyperlink" Target="https://kaijie0074-art.github.io/evalcall/live.html?access=evalcall-final-20260716-4c9a7e2d8f1b6a03c5d7e9f2b4a6810d" TargetMode="External" Id="R113d4a2483e340c8" /><Relationship Type="http://schemas.openxmlformats.org/officeDocument/2006/relationships/hyperlink" Target="https://kaijie0074-art.github.io/evalcall/app.html" TargetMode="External" Id="R6be271a752024782" /><Relationship Type="http://schemas.openxmlformats.org/officeDocument/2006/relationships/notesSlide" Target="/ppt/notesSlides/notesSlide4.xml" Id="Re9836d5bf80e4a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7e462526749f1" /><Relationship Type="http://schemas.openxmlformats.org/officeDocument/2006/relationships/image" Target="/ppt/media/image4.png" Id="Rc8466a5af03f4daf" /><Relationship Type="http://schemas.openxmlformats.org/officeDocument/2006/relationships/hyperlink" Target="https://kaijie0074-art.github.io/evalcall/live.html?access=evalcall-final-20260716-4c9a7e2d8f1b6a03c5d7e9f2b4a6810d" TargetMode="External" Id="R0348cc39f05746ef" /><Relationship Type="http://schemas.openxmlformats.org/officeDocument/2006/relationships/hyperlink" Target="https://kaijie0074-art.github.io/evalcall/app.html" TargetMode="External" Id="R95dea5522933406a" /><Relationship Type="http://schemas.openxmlformats.org/officeDocument/2006/relationships/notesSlide" Target="/ppt/notesSlides/notesSlide5.xml" Id="R2e926b2d2a0845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7887eeed74f08" /><Relationship Type="http://schemas.openxmlformats.org/officeDocument/2006/relationships/image" Target="/ppt/media/image5.png" Id="R53f3d41060af42d8" /><Relationship Type="http://schemas.openxmlformats.org/officeDocument/2006/relationships/hyperlink" Target="https://kaijie0074-art.github.io/evalcall/live.html?access=evalcall-final-20260716-4c9a7e2d8f1b6a03c5d7e9f2b4a6810d" TargetMode="External" Id="Rb1d0896741104ae8" /><Relationship Type="http://schemas.openxmlformats.org/officeDocument/2006/relationships/hyperlink" Target="https://kaijie0074-art.github.io/evalcall/app.html" TargetMode="External" Id="Ra590e9ef85434790" /><Relationship Type="http://schemas.openxmlformats.org/officeDocument/2006/relationships/notesSlide" Target="/ppt/notesSlides/notesSlide6.xml" Id="Rf6f1b1bb373047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3cc2329a24563" /><Relationship Type="http://schemas.openxmlformats.org/officeDocument/2006/relationships/image" Target="/ppt/media/image4.png" Id="Re12afa568cb64d79" /><Relationship Type="http://schemas.openxmlformats.org/officeDocument/2006/relationships/hyperlink" Target="https://kaijie0074-art.github.io/evalcall/live.html?access=evalcall-final-20260716-4c9a7e2d8f1b6a03c5d7e9f2b4a6810d" TargetMode="External" Id="Ra135946e808140be" /><Relationship Type="http://schemas.openxmlformats.org/officeDocument/2006/relationships/hyperlink" Target="https://kaijie0074-art.github.io/evalcall/app.html" TargetMode="External" Id="Rc64b33f126f54d3e" /><Relationship Type="http://schemas.openxmlformats.org/officeDocument/2006/relationships/notesSlide" Target="/ppt/notesSlides/notesSlide7.xml" Id="R03efd04bdd9d4d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外呼模型上线前的自动化指令遵循评测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让外呼模型在上线前，先失败十次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冻结测试任务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 / 输入 / SOP / hash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编译评分合同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主动测试模型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Persona × 对抗分支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决定是否上线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/ 履约 / P0 / 证据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跑完六步，精确回答三个问题：能不能上线？失败在哪里？到底该改谁？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真实主演示：10 通 × 21 项 = 210 次逐项判定｜裁判校准：指定黄金集 153/165；P0 11/11（不外推线上）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分离真实根因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同尺回归闭环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只改责任对象，再测一次</a:t>
            </a:r>
          </a:p>
        </p:txBody>
      </p:sp>
      <p:sp>
        <p:nvSpPr>
          <p:cNvPr id="33" name="live-demo-link-1">
            <a:extLst xmlns:a="http://schemas.openxmlformats.org/drawingml/2006/main">
              <a:ext uri="{FF2B5EF4-FFF2-40B4-BE49-F238E27FC236}">
                <a16:creationId xmlns:a16="http://schemas.microsoft.com/office/drawing/2014/main" id="{40AEA778-D098-42AA-9C4B-6F7D4059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acec86c25964e0f"/>
              </a:rPr>
              <a:t>▶ 在线 Demo</a:t>
            </a:r>
          </a:p>
        </p:txBody>
      </p:sp>
      <p:sp>
        <p:nvSpPr>
          <p:cNvPr id="34" name="public-demo-link-1">
            <a:extLst xmlns:a="http://schemas.openxmlformats.org/drawingml/2006/main">
              <a:ext uri="{FF2B5EF4-FFF2-40B4-BE49-F238E27FC236}">
                <a16:creationId xmlns:a16="http://schemas.microsoft.com/office/drawing/2014/main" id="{00C861CC-9BCF-4D46-AB6E-57BFA80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c90ae623fd54077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· 冻结测试任务｜不先锁输入，任何模型对比都是伪命题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同一次评测，只有一个版本事实源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为什么：模拟测试与已有日志是双入口，但最终都生成同一种任务包。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测试入口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固定用户输入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类版本指纹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cli.py + provenance.py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manifest["transcript_source_hash"] = sha256(transcripts)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target = {"backend": backend, "model": version}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解决：结果可复现，版本比较不再偷换样本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设计：任务、用户输入、SOP、Checklist、模型全部可追溯；后续六步沿用同一批次。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23be274be4db7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2">
            <a:extLst xmlns:a="http://schemas.openxmlformats.org/drawingml/2006/main">
              <a:ext uri="{FF2B5EF4-FFF2-40B4-BE49-F238E27FC236}">
                <a16:creationId xmlns:a16="http://schemas.microsoft.com/office/drawing/2014/main" id="{756737C3-9C64-4C8A-AD93-12198F6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34f9cebd2ea4585"/>
              </a:rPr>
              <a:t>▶ 在线 Demo</a:t>
            </a:r>
          </a:p>
        </p:txBody>
      </p:sp>
      <p:sp>
        <p:nvSpPr>
          <p:cNvPr id="21" name="public-demo-link-2">
            <a:extLst xmlns:a="http://schemas.openxmlformats.org/drawingml/2006/main">
              <a:ext uri="{FF2B5EF4-FFF2-40B4-BE49-F238E27FC236}">
                <a16:creationId xmlns:a16="http://schemas.microsoft.com/office/drawing/2014/main" id="{CD853EDC-9D98-4FD5-A535-FCA37C3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d3325445d5d470d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· 编译评分标准｜把自然语言 SOP 变成可执行合同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自然语言不能直接拿来做上线门禁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为什么：必须拆成原子检查项，并保留原文、层级与严重度。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原子检查项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通用安全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L1 业务规则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compiler.py / compile_task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raw = llm.chat_json(messages, schema_hint=SCHEMA)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cp = _coerce_checkpoint(raw, source_body)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精妙：生成能力与可审计性解耦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设计：LLM 负责理解，确定性代码负责结构约束、枚举归一和来源校验。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217992a3b4505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3">
            <a:extLst xmlns:a="http://schemas.openxmlformats.org/drawingml/2006/main">
              <a:ext uri="{FF2B5EF4-FFF2-40B4-BE49-F238E27FC236}">
                <a16:creationId xmlns:a16="http://schemas.microsoft.com/office/drawing/2014/main" id="{3D4617B6-4996-4E84-AA48-B191C1E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28109977a7f48a9"/>
              </a:rPr>
              <a:t>▶ 在线 Demo</a:t>
            </a:r>
          </a:p>
        </p:txBody>
      </p:sp>
      <p:sp>
        <p:nvSpPr>
          <p:cNvPr id="21" name="public-demo-link-3">
            <a:extLst xmlns:a="http://schemas.openxmlformats.org/drawingml/2006/main">
              <a:ext uri="{FF2B5EF4-FFF2-40B4-BE49-F238E27FC236}">
                <a16:creationId xmlns:a16="http://schemas.microsoft.com/office/drawing/2014/main" id="{02F4CC26-4408-4620-95DF-C345C0C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9e832dc09214a24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· 测试外呼模型｜不是等日志，而是主动寻找脆弱分支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用户模拟器是测试工具，不是装饰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为什么：Persona、对抗目标与固定 seed 让边界分支可控、可复现。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 Persona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正式测试通话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91%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检查点覆盖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simulator.py + arena.py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sim = UserSimulator(persona, targets, seed)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run_batch(..., adversarial=True, base_seed=20260713)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输出：对话、覆盖率、未触达检查点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设计：模拟测试与已有日志质检共用同一 Checklist、Judge 和报告链。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a219c28b94713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4">
            <a:extLst xmlns:a="http://schemas.openxmlformats.org/drawingml/2006/main">
              <a:ext uri="{FF2B5EF4-FFF2-40B4-BE49-F238E27FC236}">
                <a16:creationId xmlns:a16="http://schemas.microsoft.com/office/drawing/2014/main" id="{AF2CDF5B-3B98-43BB-A50C-8C60C46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13d4a2483e340c8"/>
              </a:rPr>
              <a:t>▶ 在线跑六步</a:t>
            </a:r>
          </a:p>
        </p:txBody>
      </p:sp>
      <p:sp>
        <p:nvSpPr>
          <p:cNvPr id="21" name="public-demo-link-4">
            <a:extLst xmlns:a="http://schemas.openxmlformats.org/drawingml/2006/main">
              <a:ext uri="{FF2B5EF4-FFF2-40B4-BE49-F238E27FC236}">
                <a16:creationId xmlns:a16="http://schemas.microsoft.com/office/drawing/2014/main" id="{1F7E4DBE-0D2D-439C-84E3-670AF5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be271a752024782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· 模型评测报告｜平均分不能替代上线门禁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 4 步就是核心交付终点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为什么：P0、履约、关键流程与逐项证据共同决定能否上线。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3/10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通话被打回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40%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业务履约率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触发通话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scoring.py + report.py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gate = "打回" if critical_failed else score_gate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evidence → checkpoint → source_quote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价值：把抽象分数转成可执行发布决策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设计：一页同时给门禁、失败证据、覆盖盲区、复核队列和可下载报告。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66a5af03f4daf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5">
            <a:extLst xmlns:a="http://schemas.openxmlformats.org/drawingml/2006/main">
              <a:ext uri="{FF2B5EF4-FFF2-40B4-BE49-F238E27FC236}">
                <a16:creationId xmlns:a16="http://schemas.microsoft.com/office/drawing/2014/main" id="{61C59CF2-0FFC-4D26-9350-735655E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348cc39f05746ef"/>
              </a:rPr>
              <a:t>▶ 在线 Demo</a:t>
            </a:r>
          </a:p>
        </p:txBody>
      </p:sp>
      <p:sp>
        <p:nvSpPr>
          <p:cNvPr id="21" name="public-demo-link-5">
            <a:extLst xmlns:a="http://schemas.openxmlformats.org/drawingml/2006/main">
              <a:ext uri="{FF2B5EF4-FFF2-40B4-BE49-F238E27FC236}">
                <a16:creationId xmlns:a16="http://schemas.microsoft.com/office/drawing/2014/main" id="{80808561-F100-49D4-BBA2-AE4D1C10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5dea5522933406a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· 分析失败原因｜低分之后，先判断到底该改谁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低分，不等于外呼模型差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为什么：把模型、SOP、裁判、测试数据四类混杂信号同时纳入。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模型根因得分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95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对照得分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主演示裁判分歧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attribution.py / analyze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score = block + fulfillment_gap + P0 + key_fail + severity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if strong_instruction: downgrade(target_model)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精妙：确定性多信号归因，拒绝单一失败率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配送样例首要根因=模型；招聘样例首要根因=SOP，证明系统不会把所有低分都甩给模型。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3d41060af42d8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6">
            <a:extLst xmlns:a="http://schemas.openxmlformats.org/drawingml/2006/main">
              <a:ext uri="{FF2B5EF4-FFF2-40B4-BE49-F238E27FC236}">
                <a16:creationId xmlns:a16="http://schemas.microsoft.com/office/drawing/2014/main" id="{5C046E7E-4FC9-4E41-9599-2D40A78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1d0896741104ae8"/>
              </a:rPr>
              <a:t>▶ 在线 Demo</a:t>
            </a:r>
          </a:p>
        </p:txBody>
      </p:sp>
      <p:sp>
        <p:nvSpPr>
          <p:cNvPr id="21" name="public-demo-link-6">
            <a:extLst xmlns:a="http://schemas.openxmlformats.org/drawingml/2006/main">
              <a:ext uri="{FF2B5EF4-FFF2-40B4-BE49-F238E27FC236}">
                <a16:creationId xmlns:a16="http://schemas.microsoft.com/office/drawing/2014/main" id="{8B3A7256-100C-4B4A-9085-9FC1E24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590e9ef85434790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06 · 优化与回归｜只改模型策略，保持评分尺不动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打回 → 可上线，证据链闭环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为什么：同一批用户输入正常重放；SOP 与 Checklist hash 完全一致。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3→0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触发通话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40→40%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履约率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62.5→91.4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平均分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AUDIT · fixed-user regression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USER 72af813c3169… · unchanged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SOP 69a1b9a7a2… · CHECK e4aab7c172…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JUDGE edecdd05c1… · judgments_modified=false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原生 diff：6 项改善、1 项 style 退化待复测；商业落点是机器批量判定 + 异常复核，并可嵌入发布 CI/CD。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afa568cb64d79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7">
            <a:extLst xmlns:a="http://schemas.openxmlformats.org/drawingml/2006/main">
              <a:ext uri="{FF2B5EF4-FFF2-40B4-BE49-F238E27FC236}">
                <a16:creationId xmlns:a16="http://schemas.microsoft.com/office/drawing/2014/main" id="{A146C632-4B71-4814-BD5D-B2693336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135946e808140be"/>
              </a:rPr>
              <a:t>▶ 在线 Demo</a:t>
            </a:r>
          </a:p>
        </p:txBody>
      </p:sp>
      <p:sp>
        <p:nvSpPr>
          <p:cNvPr id="21" name="public-demo-link-7">
            <a:extLst xmlns:a="http://schemas.openxmlformats.org/drawingml/2006/main">
              <a:ext uri="{FF2B5EF4-FFF2-40B4-BE49-F238E27FC236}">
                <a16:creationId xmlns:a16="http://schemas.microsoft.com/office/drawing/2014/main" id="{705C770E-3844-4808-B563-406B189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64b33f126f54d3e"/>
              </a:rPr>
              <a:t>结果备份 ↗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2026-07-14T17:24:47.3690000Z</dcterms:created>
  <dcterms:modified xsi:type="dcterms:W3CDTF">2026-07-14T17:24:47.3690000Z</dcterms:modified>
</coreProperties>
</file>